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2E49-FAEB-2378-6FC1-7F5924AC4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33AA8-1F0C-A353-6E62-2EE46F3D4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4BF9-F2BF-713F-B21C-EDFEF8D8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9F87D-7886-7929-C52A-2BB77885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BCCA6-B7B5-AA9A-C414-2F581466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63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FB3D8-F839-76D1-EF46-0434E4D1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4A29-5EF4-CFA7-ECA0-0279B447E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F00C5-E62B-5789-CD9D-EFDC7443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7F79D-D2AD-7BD2-BFA4-1F1F8DED0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AA144-D94E-632C-11DD-DC7BBEB32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94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2A1D-FB1F-67EF-3C50-F623C337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2CCB8-6F52-437D-AD17-AACDD2C3F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6738C-5A46-8039-7BB9-9E700994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A98BF-5529-097C-45FA-4A512E5B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B73CE-946C-7E90-9D7A-F76E8E95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87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1277-7FB3-F623-AC31-59DD92E5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8519D-22B1-4486-4C73-862A4CD02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82EEE-FFAA-F3FC-8324-A458A2467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97C1D-87F3-F776-E6EC-6772AE17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59CF1-765D-776F-8161-4692FE78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5BE7A-2564-78CE-6327-2CD9D350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81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85552-6B7B-4715-B18A-9BB1D25A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A8AC4-0431-36D1-7BB2-B4C740776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E497B-D953-6A36-5270-7D7654379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3C72B-CBF3-5B09-AA08-0E82B1C2C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7CAAB-E899-094F-AE2E-DC4158A13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47B991-4D58-4304-806D-113F7B4DF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07B24-A5A2-E498-4E4D-A3D5A582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475A82-AEE3-7F5E-9A59-5CD026D12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86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C4F1-D99C-C078-4FFF-ED4C83CB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293E3-159E-E170-C44F-47574791B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C7BCA-0801-48D5-B94B-6883CAC6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C0921-B212-374F-9095-A9697B562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85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2B4D31-68F7-8A55-672D-17C898BA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1D18C-957B-FADA-D8A0-972C54D9B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A5687-63EE-39F7-BF15-D8E2050B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7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1A7C-48D9-A270-51E2-3C1A56E3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A2A2A-012A-AAC9-A334-D8201F33F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71E76-31F8-AE11-D092-EAC2548B9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AE87B-148F-0AB1-0842-1A32CBF9A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57B18-9BA3-9004-C7F7-271BE3F6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A4FBD-0E40-9DCE-AA53-C19CA2A3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20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683A-4CF8-9E5E-7831-6AAABEB09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E9F17C-F607-D43B-B47A-C0865C5E4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693AC-EB13-882A-99E4-4572B25F8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1066D-F060-A81B-8A59-F401FC15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6720E-E441-DBCE-44DA-2A8956EA8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E960C-959B-480A-FE30-127B2A2D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79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7F13-6D04-A3E8-C704-380062EB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A5578-F795-C220-7021-933B6C87E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52A43-7C8C-0C66-4603-7EC71713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B2B7F-E15B-0032-76F0-BC7F020C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70B91-12AB-A2B3-A1EF-8561D576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71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AD6C5-14FB-7CF7-88F1-0F553ECD3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91DDF-4A4B-6AA7-ECFC-0A418F081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66CEB-8E18-D029-01CC-73973F452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8CC87-83AB-FDF5-B296-C6EEABCD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E4091-2BF6-7C22-F644-FAE415EA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94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DCE58-0C8E-3C20-FF1E-6338D082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00E5E-BEE7-C179-7577-A07ACD656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15CBB-E673-0BEF-792A-DE42694A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E7D10-ED1C-4FA7-AB80-FBDAE1C320EB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7B19F-9C35-B4D8-9B82-974560A19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6D7A4-35C1-4D76-4461-F01A3FF6D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E79F3-2539-4742-969E-E057155101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87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1DC0BC-0B6A-9147-DEB7-4A83B3E9B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7" y="149613"/>
            <a:ext cx="11746587" cy="650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1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713863-B194-E3EE-92A7-97C8A6B18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5" y="320511"/>
            <a:ext cx="11477573" cy="602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5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3A207F-0F72-9C12-3826-E016955B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98" y="117987"/>
            <a:ext cx="11937450" cy="663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7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2BFE9-24BD-FA56-582F-03FB047D0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101311"/>
            <a:ext cx="11912133" cy="66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3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3751EF-4A0B-4E55-16D7-9D8D05A5C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7" y="117987"/>
            <a:ext cx="11776826" cy="662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4E18AA-10BB-23E4-C2C5-95AC0CE7A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8" y="131975"/>
            <a:ext cx="12113443" cy="6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589CA-BBDE-C0D8-1C0C-40F6065BF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" y="122548"/>
            <a:ext cx="11951143" cy="65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12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Jusmita Baruah</dc:creator>
  <cp:lastModifiedBy>Jusmita Baruah</cp:lastModifiedBy>
  <cp:revision>1</cp:revision>
  <dcterms:created xsi:type="dcterms:W3CDTF">2026-03-07T13:25:51Z</dcterms:created>
  <dcterms:modified xsi:type="dcterms:W3CDTF">2026-03-07T13:30:19Z</dcterms:modified>
</cp:coreProperties>
</file>